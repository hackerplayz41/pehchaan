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🛡️ PEHCHAAN (पहचान) — DIGITAL RISK PROTECTION PLATFORM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Enterprise Brand Impersonation &amp; Clone Defense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Autonomous threat discovery across social ecosystems, app stores, and rogue domains with 100% precision.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⚡ MULTI-SURFACE RADAR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Comprehensive Threat Hunting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Cross-Surface Coverage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Continuous automated crawling across Bluesky social nodes, Apple App Store, and Google Play catalogs.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Adversarial Homoglyphs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NFKC skeletonization detecting Cyrillic, Greek, and leetspeak substitution (e.g., 'lumоrа' vs 'lumora').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Perceptual Vision Hash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Difference hashing (dHash) analyzing logo similarity with Hamming distance thresholds to expose logo clones.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737360"/>
            <a:ext cx="3328416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🎯 ZERO FALSE POSITIVES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100% Precision &amp; 97.6% Recall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Benchmark Validated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Empirically audited against 76 ground-truth attack vectors with 0 false positive detections.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Official Whitelist Engine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Strict protection for authentic brand assets, corporate domains, and authorized social handles.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Weighted Signal Fusion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Multi-layered scoring weighing handle typosquatting, bio shingle Jaccard overlap, and app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737360"/>
            <a:ext cx="3328416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4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⚖️ RAPID ENFORCEMENT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Instant Triage &amp; Takedowns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Legal Takedown Packets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One-click generation of court-ready takedown notices tailored for CERT-In, registrar abuse, and hosters.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AI Incident Synthesis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OpenRouter LLM summarization delivering executive threat briefings and remediation steps.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Audit-Ready CSV Export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Full compliance logs exportable for external security audits and board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⚙️ HIGH-AVAILABILITY SYSTEM DESIGN &amp; GOVERNANCE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Production Architecture, Scaling &amp; DPDP Compliance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Fault-tolerant distributed design implementing Circuit Breakers, Idempotency, ACID transactions, and RED metrics.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🔄 RESILIENT API ARCHITECTURE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Circuit Breakers &amp; Safe Retries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Circuit Breaker Protection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Prevents remote dependency timeout cascades by fast-failing degraded third-party connectors (CLOSED -&gt; OPEN -&gt; HALF_OPEN).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24h Idempotency Guard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Cryptographic request hashing and response caching prevents duplicate state mutations upon network retry blips.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Adaptive Rate Limiting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Sliding window token rate limiting insulating critical endpoints from malicious bursts.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737360"/>
            <a:ext cx="3328416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📊 OBSERVABILITY &amp; SCALING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Database ACID &amp; RED Metrics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Atomic Transactions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Strict all-or-nothing execution boundaries with auto-rollback ensuring zero corrupted or orphan database records.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Persistent Pooling &amp; Caching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PDO connection pooling with persistent reuse, 5s query timeouts, and multi-tier query cache.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RED Method Telemetry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Real-time tracking of Rate (RPS), Errors (4xx/5xx), and Duration (p95 latency) via /api/metrics.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737360"/>
            <a:ext cx="3328416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4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📜 PRIVACY &amp; SEO EXCELLENCE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DPDP Act 2023 &amp; Discoverability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DPDP Act Compliance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Sovereign consent tracking, zero unnecessary PII storage, and one-click Right to Erasure data purge.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Google Search Console Ready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Automated XML sitemaps, structured schema markup, and optimized robots.txt for instant indexation.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Responsive Mobile UI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Native touch-first drawer navigation, high-density threat cards, and zero horizontal scroll on mobile viewports.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